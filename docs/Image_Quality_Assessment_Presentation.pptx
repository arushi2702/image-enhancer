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9601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Image Quality Assessment &amp; Enhancement Web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56B94"/>
                </a:solidFill>
                <a:latin typeface="Aptos"/>
              </a:defRPr>
            </a:pPr>
            <a:r>
              <a:t>Assessment-first image enhancement using Flask, OpenCV, and Next.js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102412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Many images suffer from low brightness, weak contrast, visible noise, and soft details.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Applying the same enhancement to every image often over-processes already good inputs.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This project solves that by assessing image quality first and enhancing only when necessary.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2926080" cy="210312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463040"/>
            <a:ext cx="27432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737360"/>
            <a:ext cx="274320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Next.js UI</a:t>
            </a:r>
            <a:br/>
            <a:r>
              <a:t>React + TypeScript</a:t>
            </a:r>
            <a:br/>
            <a:r>
              <a:t>Upload, preview, compare, download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3474720" cy="210312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1728" y="1463040"/>
            <a:ext cx="32918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1728" y="1737360"/>
            <a:ext cx="329184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Flask API</a:t>
            </a:r>
            <a:br/>
            <a:r>
              <a:t>OpenCV enhancement pipeline</a:t>
            </a:r>
            <a:br/>
            <a:r>
              <a:t>Quality scoring and decision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0116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7F9CBB"/>
                </a:solidFill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Metrics Used for Assessment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429000" cy="91440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280160"/>
            <a:ext cx="32461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Brightness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Measures overall exposure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59" y="1188720"/>
            <a:ext cx="3429000" cy="91440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8887" y="1280160"/>
            <a:ext cx="32461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Contrast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18887" y="155448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Measures spread of grayscale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3429000" cy="91440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32461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Sharpness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9718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Uses Laplacian variance for edge clarity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59" y="2606040"/>
            <a:ext cx="3429000" cy="91440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18887" y="2697480"/>
            <a:ext cx="32461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7" y="297180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Estimated from blur residual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429000" cy="91440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14800"/>
            <a:ext cx="32461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Dynamic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891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95th minus 5th percentile intensity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59" y="4023360"/>
            <a:ext cx="3429000" cy="914400"/>
          </a:xfrm>
          <a:prstGeom prst="roundRect">
            <a:avLst/>
          </a:prstGeom>
          <a:solidFill>
            <a:srgbClr val="EEF4F8"/>
          </a:solidFill>
          <a:ln>
            <a:solidFill>
              <a:srgbClr val="C5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7" y="4114800"/>
            <a:ext cx="32461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203047"/>
                </a:solidFill>
                <a:latin typeface="Aptos"/>
              </a:defRPr>
            </a:pPr>
            <a:r>
              <a:t>Colorfulness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7" y="4389120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7693"/>
                </a:solidFill>
                <a:latin typeface="Aptos"/>
              </a:defRPr>
            </a:pPr>
            <a:r>
              <a:t>Measures vividness of color distribution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OpenCV Enhancement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Gray-world white balance to reduce global color cast.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Adaptive gamma correction for exposure control.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CLAHE on the luminance channel for local contrast enhancement.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Selective luminance lift to brighten darker regions more than highlights.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Adaptive denoising based on estimated noise level.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Unsharp masking, highlight/shadow protection, and color preservation.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Assessment-First Decision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The backend computes an overall quality score from multiple metrics.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If the score is at least 90%, the image is preserved and no enhancement is applied.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If the score is below 90%, the backend detects issues such as low brightness, soft details, or visible noise.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Enhancement modes are selected according to detected issues instead of using one fixed formula.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User-Facing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Original and processed images are shown side by side.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Overall quality score and rating are shown for both versions.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Assessment panel explains whether enhancement was needed.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Improvement section summarizes metric changes.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The processed image can be downloaded directly from the interface.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03047"/>
                </a:solidFill>
                <a:latin typeface="Aptos"/>
              </a:defRPr>
            </a:pPr>
            <a:r>
              <a:t>Limitations and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10058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This is a classical computer vision pipeline, not a deep learning model.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Severe blur or missing detail cannot be perfectly reconstructed.</a:t>
            </a:r>
          </a:p>
          <a:p>
            <a:pPr>
              <a:spcAft>
                <a:spcPts val="1000"/>
              </a:spcAft>
              <a:defRPr sz="1800">
                <a:solidFill>
                  <a:srgbClr val="203047"/>
                </a:solidFill>
                <a:latin typeface="Aptos"/>
              </a:defRPr>
            </a:pPr>
            <a:r>
              <a:t>Future scope includes face-aware enhancement, document mode, object detection, and segmentation-assisted enhancement.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