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F3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0" y="777240"/>
            <a:ext cx="3246120" cy="5029200"/>
          </a:xfrm>
          <a:prstGeom prst="roundRect">
            <a:avLst/>
          </a:prstGeom>
          <a:solidFill>
            <a:srgbClr val="DC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F3552"/>
                </a:solidFill>
                <a:latin typeface="Aptos"/>
              </a:defRPr>
            </a:pPr>
            <a:r>
              <a:t>Image Quality</a:t>
            </a:r>
            <a:br/>
            <a:r>
              <a:t>Assessment &amp;</a:t>
            </a:r>
            <a:br/>
            <a:r>
              <a:t>Enhancement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93192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17892"/>
                </a:solidFill>
                <a:latin typeface="Aptos"/>
              </a:defRPr>
            </a:pPr>
            <a:r>
              <a:t>Assessment-first image enhancement using Flask, OpenCV, and Next.js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3444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79792" y="136245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67335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Do not enhance every image blindly. First assess quality, then preserve or improve.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282549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Threshold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313639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Images already above 90% quality are kept unchanged to avoid over-processing.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1605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9792" y="428853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599432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Original vs processed image, quality score, metrics, detected issues, and downloadable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C77A8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3552"/>
                </a:solidFill>
                <a:latin typeface="Aptos"/>
              </a:defRPr>
            </a:pPr>
            <a:r>
              <a:t>End-to-end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057400" cy="20116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1956816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1.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267712"/>
            <a:ext cx="1783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User uploads an image and sees the preview immediately.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788920"/>
            <a:ext cx="18288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2608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90672" y="1956816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2. 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267712"/>
            <a:ext cx="1783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Backend computes quality metrics and overall score.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80" y="2788920"/>
            <a:ext cx="18288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66360" y="1828800"/>
            <a:ext cx="2057400" cy="20116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30952" y="1956816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3. 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267712"/>
            <a:ext cx="1783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If score &gt;= 90, preserve. Otherwise detect issues.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2788920"/>
            <a:ext cx="18288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2" y="1956816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4. Enhance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2" y="2267712"/>
            <a:ext cx="1783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Run suitable OpenCV enhancement candidates.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4040" y="2788920"/>
            <a:ext cx="18288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1828800"/>
            <a:ext cx="2057400" cy="201168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11512" y="1956816"/>
            <a:ext cx="1783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5. 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267712"/>
            <a:ext cx="17830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Return result, metrics, quality, and improvements.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C77A8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3552"/>
                </a:solidFill>
                <a:latin typeface="Aptos"/>
              </a:defRPr>
            </a:pPr>
            <a:r>
              <a:t>How image quality is measured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46120" cy="1005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7739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Brightness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84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Overall exposure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246120" cy="1005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7739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084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Spread of grayscale intensity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45920"/>
            <a:ext cx="3246120" cy="1005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77393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Sharpness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08483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Laplacian variance for edge clarity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19125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021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Residual after smoothing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063240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9432" y="319125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Dynamic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5021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95th - 5th percentile intensity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63240"/>
            <a:ext cx="3246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3191256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Colorfulness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0215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Vividness of color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10698480" cy="1051560"/>
          </a:xfrm>
          <a:prstGeom prst="roundRect">
            <a:avLst/>
          </a:prstGeom>
          <a:solidFill>
            <a:srgbClr val="DCE8F5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837176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Overall quality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148072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The individual metrics are converted into a single 0-100 score and mapped to a rating band: Excellent, Very Good, Good, Fair, or Needs Improvement.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C77A8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3552"/>
                </a:solidFill>
                <a:latin typeface="Aptos"/>
              </a:defRPr>
            </a:pPr>
            <a:r>
              <a:t>OpenCV enhancement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240280"/>
            <a:ext cx="160020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Gray-world</a:t>
            </a:r>
            <a:br/>
            <a:r>
              <a:t>white balance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2852928"/>
            <a:ext cx="22860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60320" y="224028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70048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Adaptive</a:t>
            </a:r>
            <a:br/>
            <a:r>
              <a:t>gamma correction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2860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34840" y="2240280"/>
            <a:ext cx="160020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CLAHE on</a:t>
            </a:r>
            <a:br/>
            <a:r>
              <a:t>luminance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852928"/>
            <a:ext cx="22860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59" y="224028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7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Selective</a:t>
            </a:r>
            <a:br/>
            <a:r>
              <a:t>luminance lift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59" y="2852928"/>
            <a:ext cx="22860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2240280"/>
            <a:ext cx="1600200" cy="1234440"/>
          </a:xfrm>
          <a:prstGeom prst="roundRect">
            <a:avLst/>
          </a:prstGeom>
          <a:solidFill>
            <a:srgbClr val="EEF4FA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7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Adaptive</a:t>
            </a:r>
            <a:br/>
            <a:r>
              <a:t>denoising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79" y="2852928"/>
            <a:ext cx="228600" cy="0"/>
          </a:xfrm>
          <a:prstGeom prst="line">
            <a:avLst/>
          </a:prstGeom>
          <a:ln w="25400">
            <a:solidFill>
              <a:srgbClr val="4C77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224028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68128" y="25146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552"/>
                </a:solidFill>
                <a:latin typeface="Aptos"/>
              </a:defRPr>
            </a:pPr>
            <a:r>
              <a:t>Unsharp mask</a:t>
            </a:r>
            <a:br/>
            <a:r>
              <a:t>+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7548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617892"/>
                </a:solidFill>
                <a:latin typeface="Aptos"/>
              </a:defRPr>
            </a:pPr>
            <a:r>
              <a:t>Each candidate output is scored, and the best one is returned.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C77A8"/>
                </a:solidFill>
                <a:latin typeface="Aptos"/>
              </a:defRPr>
            </a:pPr>
            <a:r>
              <a:t>USER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6072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F3552"/>
                </a:solidFill>
                <a:latin typeface="Aptos"/>
              </a:defRPr>
            </a:pPr>
            <a:r>
              <a:t>What the user sees after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074920" cy="14173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728216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Original panel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03911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Preview image</a:t>
            </a:r>
            <a:br/>
            <a:r>
              <a:t>Original quality score</a:t>
            </a:r>
            <a:br/>
            <a:r>
              <a:t>Original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728216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Result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2" y="203911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Enhanced or preserved image</a:t>
            </a:r>
            <a:br/>
            <a:r>
              <a:t>Enhanced quality score</a:t>
            </a:r>
            <a:br/>
            <a:r>
              <a:t>Enhanced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465576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Assessment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77647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Decision</a:t>
            </a:r>
            <a:br/>
            <a:r>
              <a:t>Threshold</a:t>
            </a:r>
            <a:br/>
            <a:r>
              <a:t>Detected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337560"/>
            <a:ext cx="5074920" cy="14173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8D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3465576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F3552"/>
                </a:solidFill>
                <a:latin typeface="Aptos"/>
              </a:defRPr>
            </a:pPr>
            <a:r>
              <a:t>Improvement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77647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17892"/>
                </a:solidFill>
                <a:latin typeface="Aptos"/>
              </a:defRPr>
            </a:pPr>
            <a:r>
              <a:t>Metric-wise changes</a:t>
            </a:r>
            <a:br/>
            <a:r>
              <a:t>Readable improvement statements</a:t>
            </a:r>
            <a:br/>
            <a:r>
              <a:t>Download option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296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Arushi</dc:creator>
  <cp:keywords/>
  <dc:description>generated using python-pptx</dc:description>
  <cp:lastModifiedBy>Arushi Waddepalli</cp:lastModifiedBy>
  <cp:revision>2</cp:revision>
  <dcterms:created xsi:type="dcterms:W3CDTF">2013-01-27T09:14:16Z</dcterms:created>
  <dcterms:modified xsi:type="dcterms:W3CDTF">2026-06-23T19:11:36Z</dcterms:modified>
  <cp:category/>
</cp:coreProperties>
</file>